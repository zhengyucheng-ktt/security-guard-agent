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060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全链路防线：每一层独立可开关、可配置；思维链监控管住『AI 脑子里的话』，三层形成闭环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六大防线模块，覆盖 LLM 应用全生命周期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实测：转走资金 / 删除所有用户均被拦截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·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每条记录自动标注攻击类型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按天轮转归档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 / 隐私 / 违规 / 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未授权工具 / 系统 / 其他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