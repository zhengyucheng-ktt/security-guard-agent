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判定引擎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600200"/>
            <a:ext cx="1493520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98881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600200"/>
            <a:ext cx="1493520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600200"/>
            <a:ext cx="1493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1170432"/>
            <a:ext cx="2377440" cy="36576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1170432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16324F"/>
                </a:solidFill>
                <a:latin typeface="微软雅黑"/>
                <a:ea typeface="微软雅黑"/>
              </a:rPr>
              <a:t>思维链监控（管住 AI 思考）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697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输入防线管『进来的话』、输出防线管『出去的话』、思维链管『AI 脑子里的话』——三层形成完整闭环；每层独立可开关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核心防线总览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六大防线：输入 / 工具 / 输出 / 反刷评 / 判定引擎 / 思维链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三层规则 + 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多轮语境分 + 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低风险自动改写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 JWT 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判定引擎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 / 云端 / 混合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30 秒判定缓存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思维链监控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AI 动手前拦截危险念头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注入扫描 + 大模型判定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与输入输出形成闭环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思考过程传入 action_type = thinking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注入特征扫描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大模型判定兜底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实测：转走资金 / 删除所有用户均被拦截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