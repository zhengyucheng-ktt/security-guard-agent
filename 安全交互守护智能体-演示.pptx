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1ms 开销 · 本地 90% vs 混合 93% · 越狱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应用面临的七重风险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结论：防线必须同时布在『输入 — 工具 — 输出』全链路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守护智能体，而不是限制智能体——安全与体验兼得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每一层防线独立可开关，按业务风险等级灵活组合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位置：业务 LLM 与用户 / 工具之间的透明网关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每层防线独立开关，灵活组合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安全与体验兼得，不打扰正常用户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支持单机零依赖运行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也支持多实例水平扩展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数据不出网可选（本地判定引擎）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判定引擎可切换本地 / 云端 / 混合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秒热加载，改完即生效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日志全程留痕，审计可溯源可导出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输入防线：规则引擎 + 混淆归一 + 多轮语境分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输入防线：大模型兜底，可疑内容升级审核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工具防线：高危工具必拦，未授权调用即拦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思维链监控：管住『AI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判定引擎：本地 / 云端 / 混合三模式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拦截发生在风险产生的那一刻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自然语言规则：描述意图自动生成，热加载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全角、空格、零宽字符先归一化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编码解码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Base64（含前缀 / 双层）解码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HTML 实体（&amp;#x89c4;）解码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Unicode 转义（\u89c4）解码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先解码再检测，编码绕不过规则层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则'变体照样识别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对抗混淆自测持续补盲区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铺垫词累积会话语境分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实测：5 轮诱导第 5 轮被拦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手机号等 PII 先脱敏再放行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不误拦正常对话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只拦真正越界的那一步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SQL 注入 / 路径遍历检测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XSS /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数组批量 ≥5 项视为批量操作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防止越权调用与令牌冒用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在动手前拦截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高危工具拦截率实测 12/12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参数攻击全拦截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白名单工具正常参数放行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示例：13212345678 → 132****5678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与脱敏互补，双重保险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聚合报表场景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可选开关，按需启用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 / 相似内容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聚合限流：账号维度 + IP 维度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行为越差分越低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机器行为检测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请求间隔过于均匀 → 疑似自动化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实测：重复提交被拦截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60 分限流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重启不丢状态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积分变化全程审计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585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 模型，数据不出网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3580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API，判定能力最强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3580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130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1304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云端终审，双保险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130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0916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78231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6636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fallback（推荐）：自动降级到另一引擎，本地 ↔ 云端互为备份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block：直接拦截（fail-closed，最安全）· allow：直接放行（fail-open，有风险）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判定缓存 30 秒：相同内容重复审查零开销；配置 3 秒热加载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AI 自己也可能『想歪』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要在『动手前』拦截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思维链防线应运而生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 /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按天轮转归档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29200" cy="21488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572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原因可直接展示给用户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session / user 标识都不用管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自动处理全流程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几行代码获得完整防护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4937760" cy="21488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050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同样开放（精细控制）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四环节：user_input / tool_call / tool_result / output，外加思维链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risk_level / current_score / latency_ms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工具端可调用 validate-token 自证授权，防越权调用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与 API 双通道，业务侧按需选择，全程可观测可追溯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三套测试集对比与达标对照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达标对照：越狱 ≥98% 本地 93% ⚠️ → 混合 100% ✅　·　高危工具 100% ✅（两种模式）　·　误拦截 ≤1%：纯误判 0/90 ✅（两种模式）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结论：混合模式在规则层、编码变体、语义级攻击全面优于本地；本地已够用，混合用于强对抗场景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