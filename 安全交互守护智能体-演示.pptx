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060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全链路防线：每一层独立可开关、可配置；思维链监控管住『AI 脑子里的话』，三层形成闭环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六大防线模块，覆盖 LLM 应用全生命周期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