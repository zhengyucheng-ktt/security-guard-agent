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11480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1ms 开销、91% 拦截、0 误判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四大核心风险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几句'魔法话术'让 AI 吐出不该说的内容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站在业务 LLM 与用户 / 工具之间的透明安全网关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默认拒绝，逐层验证通过才放行；规则可配置、误拦可调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单文件服务 + 图形面板 + 黑箱 SDK，非技术用户也能接入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 → 用户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每层独立可开关、可配置，按业务风险等级灵活组合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思维链监控管住'AI 脑子里的话'，三层形成闭环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三层规则 + 大模型兜底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混淆归一 + 间接注入 + 语境分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5448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78308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2560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 + 参数校验 + JWT 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类脱敏 + 零宽水印 + 差分隐私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93192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93776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去重 + 聚合限流 + 信誉分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931920"/>
            <a:ext cx="329184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59" y="493776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攻击标签 + 哈希链 + CSV 报表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129844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关键词规则：直接命中即拦截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正则规则：身份证/手机号/危险命令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自然语言规则：热加载生效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全角 / 空白 / 零宽 / Base64 / URL 编码先解码再检测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则'、B64、Unicode 转义变体照样识别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铺垫词累积语境分 → 升级审查 → 敏感联动拦截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低风险内容自动改写：PII 先脱敏再放行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白名单：不在白名单的工具直接拦截（高危必拦）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参数清洗：内置工具按允许键过滤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注入 / 路径遍历 / 批量 / 敏感参数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JWT，工具端可自证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进模型上下文前先扫描，命中即拦截（间接注入）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129844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手机/身份证/银行卡/邮箱/IP/姓名/地址/车牌/执照/微信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13212345678 → 132****5678，按角色分级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输出嵌入不可见身份标记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内容外泄可溯源到会话与用户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内容去重：相同/相似内容时间窗内重复即拦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 + IP 双维度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信誉分：跨会话累计，低到阈值自动限流/终止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机器行为检测：请求间隔过于均匀 → 自动化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37360"/>
            <a:ext cx="5074920" cy="42062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874519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会话风险积分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331720"/>
            <a:ext cx="4617720" cy="3428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拦截也累计积分，持续违规逐级加压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0020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6002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9456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0428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30428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0428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金融/医疗/政务、内网离线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7180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8152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8152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8152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49039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587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587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846320"/>
            <a:ext cx="10332720" cy="1463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983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440680"/>
            <a:ext cx="9875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fallback（推荐）自动降级另一引擎 · block 直接拦截（最安全） 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129844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危险不只会来自用户——AI 自己也可能'想歪'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等动手再拦往往太晚，思维链让 AI 在行动前过安检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action_type=thinking，一行接入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注入扫描 + 大模型判定，命中即拦截并记录审计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输入防线管'进来的话'，输出防线管'出去的话'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思维链管'AI 脑子里的话'，三层形成完整闭环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 100% 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129844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每条记录自动标注：注入/隐私/违规/滥用/未授权工具/系统/其他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每条记录含上一条哈希，环环相扣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一键'校验完整性'，任何改动立即暴露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报表一键导出（Excel 打开）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只读 Token 给'只能看不能改'的同事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5029200" cy="2011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9163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黑箱 SDK（推荐）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57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输出脱敏，自动完成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session / user 标识都不用管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4937760" cy="201168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/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/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/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404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97764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40"/>
            <a:ext cx="9875520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四环节精细控制：user_input / tool_call / tool_result / output（含思维链 thinking）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latency_ms，业务侧可观测可追溯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00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9456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860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860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8036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718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工具调用放行/拦截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718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718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6616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576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输出脱敏+水印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57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576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5196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434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3434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434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029200"/>
            <a:ext cx="10332720" cy="13716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16636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6235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≈ 1ms，平均=中位；20 并发吞吐约 1280 req/s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每请求耗时写入响应与审计日志，CSV 报表可导出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红队演练 + 误判测试，双向验证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5074920" cy="2103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攻击拦截率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C9D6E4"/>
                </a:solidFill>
                <a:latin typeface="微软雅黑"/>
                <a:ea typeface="微软雅黑"/>
              </a:rPr>
              <a:t>32 种攻击手法（注入/混淆/多轮/工具/思维链）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074920" cy="21031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169164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误拦截率（正常用户）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19456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31089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40 个正常样本：删除记录/忽略消息/订单号全部放行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31920"/>
            <a:ext cx="103327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0690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演练成果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26280"/>
            <a:ext cx="98755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修复 5 个真实漏洞：Base64 / Unicode 编码绕过、银行卡/邮箱误判、工具参数注入、内置工具未声明参数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多轮诱导 5 轮对话：前 4 轮无害铺垫放行，第 5 轮敏感请求联动拦截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越狱识别 100% · 高危工具拦截 100% · 日志哈希链 100% 可溯源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10332720" cy="129844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987552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解压即用，双击「启动GUI.bat」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Go，Windows 直接跑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镜像约 15MB，一条命令启动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多实例用 Redis 共享会话，单实例零依赖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154680"/>
            <a:ext cx="5074920" cy="2834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291840"/>
            <a:ext cx="461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749040"/>
            <a:ext cx="4617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Web 后台 /admin + 图形面板 8 大页签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本地/云端/混合一键切换，配置 3 秒热加载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